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67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505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762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647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948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32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21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065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81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61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6303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412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4157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444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458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694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ECBEB-EB5C-42E2-B444-F3CC5C23561E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AFF4BF0-93D1-4A09-B63E-B29D9F7200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092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25DFBD-EA67-287C-1EBB-3097319CC409}"/>
              </a:ext>
            </a:extLst>
          </p:cNvPr>
          <p:cNvSpPr txBox="1"/>
          <p:nvPr/>
        </p:nvSpPr>
        <p:spPr>
          <a:xfrm>
            <a:off x="1257300" y="889844"/>
            <a:ext cx="104013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 науки Российской Федерации</a:t>
            </a: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Санкт-Петербургский государственный университет аэрокосмического приборостроения</a:t>
            </a:r>
          </a:p>
          <a:p>
            <a:pPr algn="ctr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 технологий  предпринимательства и права</a:t>
            </a:r>
          </a:p>
          <a:p>
            <a:pPr algn="ctr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81</a:t>
            </a:r>
          </a:p>
          <a:p>
            <a:pPr algn="ctr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ЭКОНОМИКА</a:t>
            </a:r>
          </a:p>
          <a:p>
            <a:pPr algn="ctr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ПРАКТИЧЕСКОЕ ЗАДАНИЕ - 5.</a:t>
            </a:r>
          </a:p>
          <a:p>
            <a:pPr algn="ctr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Санкт-Петербург, 2025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CF8097-3394-D937-83F6-35E89348E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73" y="36722"/>
            <a:ext cx="2889754" cy="115224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151ABA-FCA8-5982-0AF8-7AA2977D6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525" y="103784"/>
            <a:ext cx="2371550" cy="10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1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F6A133-93E9-B1FD-5B6D-E6501C9B5E91}"/>
              </a:ext>
            </a:extLst>
          </p:cNvPr>
          <p:cNvSpPr txBox="1"/>
          <p:nvPr/>
        </p:nvSpPr>
        <p:spPr>
          <a:xfrm>
            <a:off x="2100263" y="371475"/>
            <a:ext cx="934402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ЗАДАНИЕ №5</a:t>
            </a:r>
          </a:p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(обязательное требование к практической работе: </a:t>
            </a:r>
          </a:p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Титульный лист, подпись студента, перевод файла в PDF и загрузка в ЛК ГУАП)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Задание. (Составьте конспект).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Контрольные вопросы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Как определяется совокупный спрос на деньги?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Как банки создают деньги?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Каков экономический смысл банковского мультипликатора?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В чем состоит сущность кредита?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Дайте характеристику видам ценных бумаг.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Каковы основные инструменты денежно-кредитной политики?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Цифровой рубль и его роль в трансграничных расчетах и в бюджетном процессе.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ru-RU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 рубль: что это и когда он станет доступен.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519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384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518663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</TotalTime>
  <Words>140</Words>
  <Application>Microsoft Office PowerPoint</Application>
  <PresentationFormat>Широкоэкранный</PresentationFormat>
  <Paragraphs>32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Century Gothic</vt:lpstr>
      <vt:lpstr>Times New Roman</vt:lpstr>
      <vt:lpstr>Wingdings 3</vt:lpstr>
      <vt:lpstr>Легкий дым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Liudmila Kopteva</dc:creator>
  <cp:lastModifiedBy>Liudmila Kopteva</cp:lastModifiedBy>
  <cp:revision>1</cp:revision>
  <dcterms:created xsi:type="dcterms:W3CDTF">2025-04-10T14:48:42Z</dcterms:created>
  <dcterms:modified xsi:type="dcterms:W3CDTF">2025-04-10T14:58:02Z</dcterms:modified>
</cp:coreProperties>
</file>